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NoodleNet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NoodleNet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Peer-to-peer noodle recipes, ranked by spice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Peer-to-peer noodle recipes, ranked by spice tolerance.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you. May your noodles be ever slurpable.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