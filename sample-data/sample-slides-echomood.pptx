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EchoMood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EchoMood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detect mood from sighs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detect mood from sighs.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you. Questions? (please sigh into the mic)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